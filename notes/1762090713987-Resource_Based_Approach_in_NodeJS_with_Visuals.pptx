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Resource-Based Approach in Node.js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BALASANJEEV C</a:t>
            </a:r>
          </a:p>
          <a:p>
            <a:r>
              <a:t>Department of CSE</a:t>
            </a:r>
          </a:p>
          <a:p>
            <a:r>
              <a:t>Nandha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Node.js is an open-source JavaScript runtime built on Chrome’s V8 engine.</a:t>
            </a:r>
          </a:p>
          <a:p>
            <a:pPr/>
            <a:r>
              <a:t>It allows JavaScript to run on the server side.</a:t>
            </a:r>
          </a:p>
          <a:p>
            <a:pPr/>
            <a:r>
              <a:t>Node.js follows a resource-based, non-blocking I/O model for handling multiple requests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Resource-Based Approach?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Focuses on efficient use of system resources (CPU, memory, I/O).</a:t>
            </a:r>
          </a:p>
          <a:p>
            <a:pPr/>
            <a:r>
              <a:t>Instead of creating new threads for every request, Node.js uses a single thread to handle all requests.</a:t>
            </a:r>
          </a:p>
          <a:p>
            <a:pPr/>
            <a:r>
              <a:t>This makes it lightweight and highly scalable.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Resource-Based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Client sends a request to the server.</a:t>
            </a:r>
          </a:p>
          <a:p>
            <a:pPr/>
            <a:r>
              <a:t>Node.js adds the request to the Event Queue.</a:t>
            </a:r>
          </a:p>
          <a:p>
            <a:pPr/>
            <a:r>
              <a:t>The Event Loop checks and processes requests one by one.</a:t>
            </a:r>
          </a:p>
          <a:p>
            <a:pPr/>
            <a:r>
              <a:t>Long operations are handled asynchronously using callbacks or promises.</a:t>
            </a:r>
          </a:p>
          <a:p>
            <a:pPr/>
            <a:r>
              <a:t>Once completed, Node.js reuses the resource for new requests.</a:t>
            </a:r>
          </a:p>
        </p:txBody>
      </p:sp>
      <p:pic>
        <p:nvPicPr>
          <p:cNvPr id="4" name="Picture 3" descr="A_PowerPoint_presentation_slide_displays_a_semi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Efficient use of CPU and memory.</a:t>
            </a:r>
          </a:p>
          <a:p>
            <a:pPr/>
            <a:r>
              <a:t>Faster response time.</a:t>
            </a:r>
          </a:p>
          <a:p>
            <a:pPr/>
            <a:r>
              <a:t>Handles many users at once.</a:t>
            </a:r>
          </a:p>
          <a:p>
            <a:pPr/>
            <a:r>
              <a:t>Scalable and reliable.</a:t>
            </a:r>
          </a:p>
          <a:p>
            <a:pPr/>
            <a:r>
              <a:t>Ideal for real-time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Not suitable for CPU-heavy tasks.</a:t>
            </a:r>
          </a:p>
          <a:p>
            <a:pPr/>
            <a:r>
              <a:t>Single-threaded — errors can affect all processes.</a:t>
            </a:r>
          </a:p>
          <a:p>
            <a:pPr/>
            <a:r>
              <a:t>Requires understanding of asynchronous programming.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Real-time chat apps.</a:t>
            </a:r>
          </a:p>
          <a:p>
            <a:pPr/>
            <a:r>
              <a:t>Streaming platforms.</a:t>
            </a:r>
          </a:p>
          <a:p>
            <a:pPr/>
            <a:r>
              <a:t>APIs and microservices.</a:t>
            </a:r>
          </a:p>
          <a:p>
            <a:pPr/>
            <a:r>
              <a:t>IoT and cloud-based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Node.js uses a resource-based, event-driven model.</a:t>
            </a:r>
          </a:p>
          <a:p>
            <a:pPr/>
            <a:r>
              <a:t>This makes it efficient, fast, and ideal for modern applications.</a:t>
            </a:r>
          </a:p>
          <a:p>
            <a:pPr/>
            <a:r>
              <a:t>It ensures maximum performance with minimum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