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Monday, October 13,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42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Monday, October 13,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46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Monday, October 13,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CE26F-B906-0871-67E1-8AE9785B2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3693" y="2252313"/>
            <a:ext cx="9331073" cy="1068404"/>
          </a:xfrm>
        </p:spPr>
        <p:txBody>
          <a:bodyPr>
            <a:normAutofit/>
          </a:bodyPr>
          <a:lstStyle/>
          <a:p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00512-CB5D-0376-5480-F2B056D97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18358" y="4057047"/>
            <a:ext cx="4200810" cy="163148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GOBINATH M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23CS084</a:t>
            </a:r>
          </a:p>
        </p:txBody>
      </p:sp>
    </p:spTree>
    <p:extLst>
      <p:ext uri="{BB962C8B-B14F-4D97-AF65-F5344CB8AC3E}">
        <p14:creationId xmlns:p14="http://schemas.microsoft.com/office/powerpoint/2010/main" val="3813453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07A3-3933-FB09-6F5F-401133743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42" y="923356"/>
            <a:ext cx="11091600" cy="13320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0C2B53-FAF9-29C0-6163-BF2732FB69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6531" y="2094208"/>
            <a:ext cx="1229475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 (also called Structural Testing) focuses 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internal code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tests the flow of inputs through the code, not just the outputs.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ensure that all code paths, loops, and conditions 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functioning correctly.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knowledge of the internal structure of the software.</a:t>
            </a:r>
          </a:p>
        </p:txBody>
      </p:sp>
    </p:spTree>
    <p:extLst>
      <p:ext uri="{BB962C8B-B14F-4D97-AF65-F5344CB8AC3E}">
        <p14:creationId xmlns:p14="http://schemas.microsoft.com/office/powerpoint/2010/main" val="275780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180A-BC69-5834-9234-EB5B12A43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00" y="924660"/>
            <a:ext cx="11091600" cy="13320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BC2911-48B3-3594-3E19-15BF8DDCBE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3625" y="2354102"/>
            <a:ext cx="1048075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Verify logic and control flow within the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all statements and branches are executed at least once.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hidden errors or dead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code efficiency and quality assurance.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unit testing and integration testing phases in OOSE.</a:t>
            </a:r>
          </a:p>
        </p:txBody>
      </p:sp>
    </p:spTree>
    <p:extLst>
      <p:ext uri="{BB962C8B-B14F-4D97-AF65-F5344CB8AC3E}">
        <p14:creationId xmlns:p14="http://schemas.microsoft.com/office/powerpoint/2010/main" val="2248974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6886B-E92A-9230-EC84-567AB8858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00" y="982412"/>
            <a:ext cx="11091600" cy="13320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7A2F75-E006-123B-78BC-BCEC13C5C0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9087" y="2422181"/>
            <a:ext cx="1134291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Statement Coverage – Tests every executable statement.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 Coverage – Ensures every decision (if/else) is tested.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 Coverage – Tests all possible execution paths.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 Coverage – Validates all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expressions.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Loop Testing – Checks loops for boundary and infinite conditions.</a:t>
            </a:r>
          </a:p>
        </p:txBody>
      </p:sp>
    </p:spTree>
    <p:extLst>
      <p:ext uri="{BB962C8B-B14F-4D97-AF65-F5344CB8AC3E}">
        <p14:creationId xmlns:p14="http://schemas.microsoft.com/office/powerpoint/2010/main" val="631388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472F4-F311-55E1-6445-6DB5CAD5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857283"/>
            <a:ext cx="11091600" cy="13320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B125D-F024-37FB-42D1-69D5C1EA9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OOSE, testing focuses on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methods, classes, and interactions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 helps test:</a:t>
            </a:r>
          </a:p>
          <a:p>
            <a:pPr lvl="1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violations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 and polymorphism logic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Method-level control flow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defect detection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unit testing.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closely with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reviews and debugging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827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9CF5-7DB5-A718-A231-78C39055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00" y="809157"/>
            <a:ext cx="11091600" cy="13320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415E4-2753-CDDF-F055-09BF92652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243" y="2421208"/>
            <a:ext cx="11090274" cy="3979625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hidden errors early.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code quality and security.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better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coverage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7778817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3D Float</Template>
  <TotalTime>18</TotalTime>
  <Words>223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Gill Sans MT</vt:lpstr>
      <vt:lpstr>Times New Roman</vt:lpstr>
      <vt:lpstr>Walbaum Display</vt:lpstr>
      <vt:lpstr>3DFloatVTI</vt:lpstr>
      <vt:lpstr>WHITE BOX TESTING</vt:lpstr>
      <vt:lpstr>Introduction</vt:lpstr>
      <vt:lpstr>Objectives </vt:lpstr>
      <vt:lpstr>Techniques</vt:lpstr>
      <vt:lpstr>Uses</vt:lpstr>
      <vt:lpstr>Advantages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M</dc:creator>
  <cp:lastModifiedBy>Santhosh M</cp:lastModifiedBy>
  <cp:revision>1</cp:revision>
  <dcterms:created xsi:type="dcterms:W3CDTF">2025-10-13T14:37:06Z</dcterms:created>
  <dcterms:modified xsi:type="dcterms:W3CDTF">2025-10-13T14:55:58Z</dcterms:modified>
</cp:coreProperties>
</file>