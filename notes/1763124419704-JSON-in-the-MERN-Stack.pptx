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Kanit Light"/>
      <p:regular r:id="rId8"/>
    </p:embeddedFont>
    <p:embeddedFont>
      <p:font typeface="Kanit Light"/>
      <p:regular r:id="rId9"/>
    </p:embeddedFont>
    <p:embeddedFont>
      <p:font typeface="Kanit Light"/>
      <p:regular r:id="rId10"/>
    </p:embeddedFont>
    <p:embeddedFont>
      <p:font typeface="Kanit Light"/>
      <p:regular r:id="rId11"/>
    </p:embeddedFont>
    <p:embeddedFont>
      <p:font typeface="Martel Sans"/>
      <p:regular r:id="rId12"/>
    </p:embeddedFont>
    <p:embeddedFont>
      <p:font typeface="Martel Sans"/>
      <p:regular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8878"/>
            <a:ext cx="59702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JSON in the MERN Stack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Backbone of Modern Full-Stack Development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2025-10-28T16:16:20Z</dcterms:created>
  <dcterms:modified xsi:type="dcterms:W3CDTF">2025-10-28T16:16:20Z</dcterms:modified>
</cp:coreProperties>
</file>