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Resource-Based Approach in Node.js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Unit: Node.js</a:t>
            </a:r>
          </a:p>
          <a:p>
            <a:r>
              <a:t>Presented by: BALASANJEEV C</a:t>
            </a:r>
          </a:p>
          <a:p>
            <a:r>
              <a:t>Department of Computer Science and Engineering</a:t>
            </a:r>
          </a:p>
          <a:p>
            <a:r>
              <a:t>Nandha Engineering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Node.js is an open-source JavaScript runtime built on Chrome’s V8 engine.</a:t>
            </a:r>
          </a:p>
          <a:p>
            <a:r>
              <a:t>• It allows JavaScript to run on the server side.</a:t>
            </a:r>
          </a:p>
          <a:p>
            <a:r>
              <a:t>• Node.js uses a resource-based, non-blocking I/O model for handling multiple requests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Resource-Based Approach?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Focuses on efficient use of system resources like CPU, memory, and I/O.</a:t>
            </a:r>
          </a:p>
          <a:p>
            <a:r>
              <a:t>• Node.js handles all requests using a single thread.</a:t>
            </a:r>
          </a:p>
          <a:p>
            <a:r>
              <a:t>• Improves performance and scalability by avoiding multiple threads.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Node.js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Client sends a request to the server.</a:t>
            </a:r>
          </a:p>
          <a:p>
            <a:r>
              <a:t>2. Node.js adds the request to the Event Queue.</a:t>
            </a:r>
          </a:p>
          <a:p>
            <a:r>
              <a:t>3. Event Loop checks and processes requests one by one.</a:t>
            </a:r>
          </a:p>
          <a:p>
            <a:r>
              <a:t>4. Long operations handled asynchronously using callbacks/promises.</a:t>
            </a:r>
          </a:p>
          <a:p>
            <a:r>
              <a:t>5. Once completed, resources are freed for new requests.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const fs = require('fs');</a:t>
            </a:r>
          </a:p>
          <a:p/>
          <a:p>
            <a:r>
              <a:t>fs.readFile('data.txt', 'utf8', (err, data) =&gt; {</a:t>
            </a:r>
          </a:p>
          <a:p>
            <a:r>
              <a:t>  if (err) throw err;</a:t>
            </a:r>
          </a:p>
          <a:p>
            <a:r>
              <a:t>  console.log(data);</a:t>
            </a:r>
          </a:p>
          <a:p>
            <a:r>
              <a:t>});</a:t>
            </a:r>
          </a:p>
          <a:p>
            <a:r>
              <a:t>console.log("Reading started...");</a:t>
            </a:r>
          </a:p>
          <a:p/>
          <a:p>
            <a:r>
              <a:t>Output:</a:t>
            </a:r>
          </a:p>
          <a:p>
            <a:r>
              <a:t>'Reading started...' appears before file content (non-blocking resource use).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Efficient use of CPU and memory.</a:t>
            </a:r>
          </a:p>
          <a:p>
            <a:r>
              <a:t>• Faster response time.</a:t>
            </a:r>
          </a:p>
          <a:p>
            <a:r>
              <a:t>• Handles many users at once.</a:t>
            </a:r>
          </a:p>
          <a:p>
            <a:r>
              <a:t>• Scalable and reliable.</a:t>
            </a:r>
          </a:p>
          <a:p>
            <a:r>
              <a:t>• Ideal for real-time applications.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Not suitable for CPU-heavy tasks.</a:t>
            </a:r>
          </a:p>
          <a:p>
            <a:r>
              <a:t>• Single-threaded nature may affect performance.</a:t>
            </a:r>
          </a:p>
          <a:p>
            <a:r>
              <a:t>• Asynchronous programming can be complex.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Real-time chat apps</a:t>
            </a:r>
          </a:p>
          <a:p>
            <a:r>
              <a:t>• Streaming services</a:t>
            </a:r>
          </a:p>
          <a:p>
            <a:r>
              <a:t>• APIs and microservices</a:t>
            </a:r>
          </a:p>
          <a:p>
            <a:r>
              <a:t>• IoT and cloud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Node.js uses a resource-based, event-driven model.</a:t>
            </a:r>
          </a:p>
          <a:p>
            <a:r>
              <a:t>It ensures maximum performance with minimal resource use.</a:t>
            </a:r>
          </a:p>
          <a:p>
            <a:r>
              <a:t>Ideal for modern, scalable applications.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https://nodejs.org</a:t>
            </a:r>
          </a:p>
          <a:p>
            <a:r>
              <a:t>• https://developer.mozilla.org</a:t>
            </a:r>
          </a:p>
          <a:p>
            <a:r>
              <a:t>• Online tutorials and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